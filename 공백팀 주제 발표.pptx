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11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000"/>
          </a:blip>
          <a:srcRect/>
          <a:stretch/>
        </p:blipFill>
        <p:spPr>
          <a:xfrm>
            <a:off x="0" y="0"/>
            <a:ext cx="2857500" cy="14292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19902" y="770839"/>
            <a:ext cx="952805" cy="952805"/>
          </a:xfrm>
          <a:prstGeom prst="roundRect">
            <a:avLst>
              <a:gd name="adj" fmla="val 38388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365" r="-365"/>
          <a:stretch/>
        </p:blipFill>
        <p:spPr>
          <a:xfrm>
            <a:off x="5796382" y="1008583"/>
            <a:ext cx="599846" cy="476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29254" y="2104034"/>
            <a:ext cx="4934102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300" b="1" kern="0" spc="-8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소모임 매칭 웹사이트</a:t>
            </a:r>
            <a:endParaRPr lang="en-US" sz="4300" dirty="0"/>
          </a:p>
          <a:p>
            <a:pPr marL="0" indent="0" algn="ctr">
              <a:buNone/>
            </a:pPr>
            <a:r>
              <a:rPr lang="en-US" sz="4300" b="1" kern="0" spc="-8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PBL 프로젝트</a:t>
            </a:r>
            <a:endParaRPr lang="en-US" sz="4300" dirty="0"/>
          </a:p>
        </p:txBody>
      </p:sp>
      <p:sp>
        <p:nvSpPr>
          <p:cNvPr id="7" name="Text 3"/>
          <p:cNvSpPr txBox="1"/>
          <p:nvPr/>
        </p:nvSpPr>
        <p:spPr>
          <a:xfrm>
            <a:off x="3476549" y="3658514"/>
            <a:ext cx="524774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관심사 기반 소모임 매칭 및 운영 플랫폼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674413" y="4820717"/>
            <a:ext cx="1123798" cy="352044"/>
          </a:xfrm>
          <a:prstGeom prst="roundRect">
            <a:avLst>
              <a:gd name="adj" fmla="val 25974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4646066" y="4820717"/>
            <a:ext cx="11814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76200" rIns="1905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컴퓨터공학과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943600" y="4820717"/>
            <a:ext cx="638251" cy="352044"/>
          </a:xfrm>
          <a:prstGeom prst="roundRect">
            <a:avLst>
              <a:gd name="adj" fmla="val 25974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5915254" y="4820717"/>
            <a:ext cx="695858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76200" rIns="1905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PBL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730898" y="4820717"/>
            <a:ext cx="790956" cy="352044"/>
          </a:xfrm>
          <a:prstGeom prst="roundRect">
            <a:avLst>
              <a:gd name="adj" fmla="val 25974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702552" y="4820717"/>
            <a:ext cx="848563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76200" rIns="1905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개발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823460" y="5554066"/>
            <a:ext cx="47274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과목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475074" y="5830214"/>
            <a:ext cx="7936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전공 PBL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052414" y="5554066"/>
            <a:ext cx="647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지도교수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692140" y="5830214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김지원 교수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409383" y="5554066"/>
            <a:ext cx="3374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팀명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155180" y="5830214"/>
            <a:ext cx="5532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공백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2838" r="-2838"/>
          <a:stretch/>
        </p:blipFill>
        <p:spPr>
          <a:xfrm>
            <a:off x="4656125" y="5589727"/>
            <a:ext cx="123444" cy="133502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5836615" y="5589727"/>
            <a:ext cx="171907" cy="133502"/>
          </a:xfrm>
          <a:prstGeom prst="rect">
            <a:avLst/>
          </a:prstGeom>
        </p:spPr>
      </p:pic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7193585" y="5589727"/>
            <a:ext cx="171907" cy="13350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0" y="6143854"/>
            <a:ext cx="12191695" cy="71414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0" y="6143854"/>
            <a:ext cx="12191695" cy="2834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25988" r="-25988"/>
          <a:stretch/>
        </p:blipFill>
        <p:spPr>
          <a:xfrm>
            <a:off x="571500" y="6429146"/>
            <a:ext cx="228600" cy="17190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14400" y="6400800"/>
            <a:ext cx="1135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발표자: 김룡환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 l="-25988" r="-25988"/>
          <a:stretch/>
        </p:blipFill>
        <p:spPr>
          <a:xfrm>
            <a:off x="10163556" y="6429146"/>
            <a:ext cx="228600" cy="171907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506456" y="6400800"/>
            <a:ext cx="13066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3월 11일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564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57300"/>
            <a:ext cx="12191695" cy="2834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267005"/>
            <a:ext cx="113541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동기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66851"/>
            <a:ext cx="11163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Motivation &amp; Value Proposition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1500" y="1591056"/>
            <a:ext cx="5410505" cy="2371954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19302" y="1837944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602" y="1952244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52398" y="1904695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인식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19302" y="2438705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2279" y="2481682"/>
            <a:ext cx="66751" cy="667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67105" y="2409444"/>
            <a:ext cx="4858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소모임 정보가 여러 플랫폼에 분산되어 찾기 어려움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9302" y="2746858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2279" y="2789834"/>
            <a:ext cx="66751" cy="667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67105" y="2718511"/>
            <a:ext cx="4858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키워드 검색으로는 매칭 정확도 낮음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19302" y="3055925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2279" y="3098902"/>
            <a:ext cx="66751" cy="667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67105" y="3027578"/>
            <a:ext cx="4858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시간·지역·성향 미고려로 미스매치 발생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19302" y="3364078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2279" y="3407054"/>
            <a:ext cx="66751" cy="6675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67105" y="3335731"/>
            <a:ext cx="4858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이탈률이 높아 지속적인 참여가 어려움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210605" y="1591056"/>
            <a:ext cx="5410505" cy="2371954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6458407" y="1837944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72707" y="1952244"/>
            <a:ext cx="190195" cy="19019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91502" y="1904695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서비스 한계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6458407" y="2438705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0470" y="2481682"/>
            <a:ext cx="66751" cy="66751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705295" y="2409444"/>
            <a:ext cx="4858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카페, 에브리타임 등은 단순 키워드 검색만 제공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6458407" y="2746858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0470" y="2789834"/>
            <a:ext cx="66751" cy="66751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705295" y="2718511"/>
            <a:ext cx="4858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맞춤 추천 기능 부재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6458407" y="3055925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0470" y="3098902"/>
            <a:ext cx="66751" cy="66751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705295" y="3027578"/>
            <a:ext cx="4858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시간·위치·성향 등 조건 필터링 부족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6458407" y="3364078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0470" y="3407054"/>
            <a:ext cx="66751" cy="66751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705295" y="3335731"/>
            <a:ext cx="4858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기능 빈약하여 별도 도구 필요</a:t>
            </a:r>
            <a:endParaRPr lang="en-US" sz="1000" dirty="0"/>
          </a:p>
        </p:txBody>
      </p:sp>
      <p:sp>
        <p:nvSpPr>
          <p:cNvPr id="39" name="Shape 27"/>
          <p:cNvSpPr/>
          <p:nvPr/>
        </p:nvSpPr>
        <p:spPr>
          <a:xfrm>
            <a:off x="571500" y="4186123"/>
            <a:ext cx="11048695" cy="2371954"/>
          </a:xfrm>
          <a:prstGeom prst="roundRect">
            <a:avLst>
              <a:gd name="adj" fmla="val 3716"/>
            </a:avLst>
          </a:prstGeom>
          <a:solidFill>
            <a:srgbClr val="FAFB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8"/>
          <p:cNvSpPr/>
          <p:nvPr/>
        </p:nvSpPr>
        <p:spPr>
          <a:xfrm>
            <a:off x="819302" y="4433926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918972" y="4548226"/>
            <a:ext cx="219456" cy="190195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1352398" y="4500677"/>
            <a:ext cx="1340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우리의 차별점</a:t>
            </a:r>
            <a:endParaRPr lang="en-US" sz="1500" dirty="0"/>
          </a:p>
        </p:txBody>
      </p:sp>
      <p:sp>
        <p:nvSpPr>
          <p:cNvPr id="43" name="Shape 30"/>
          <p:cNvSpPr/>
          <p:nvPr/>
        </p:nvSpPr>
        <p:spPr>
          <a:xfrm>
            <a:off x="819302" y="5033772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7"/>
          <a:srcRect t="-694" b="-694"/>
          <a:stretch/>
        </p:blipFill>
        <p:spPr>
          <a:xfrm>
            <a:off x="866851" y="5076749"/>
            <a:ext cx="57607" cy="66751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1067105" y="5005426"/>
            <a:ext cx="10497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매칭 알고리즘: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관심사·시간·거리·성향을 종합 분석하여 개인 맞춤 소모임 추천</a:t>
            </a:r>
            <a:endParaRPr lang="en-US" sz="1000" dirty="0"/>
          </a:p>
        </p:txBody>
      </p:sp>
      <p:sp>
        <p:nvSpPr>
          <p:cNvPr id="46" name="Shape 32"/>
          <p:cNvSpPr/>
          <p:nvPr/>
        </p:nvSpPr>
        <p:spPr>
          <a:xfrm>
            <a:off x="819302" y="5342839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7"/>
          <a:srcRect t="-694" b="-694"/>
          <a:stretch/>
        </p:blipFill>
        <p:spPr>
          <a:xfrm>
            <a:off x="866851" y="5385816"/>
            <a:ext cx="57607" cy="66751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1067105" y="5314493"/>
            <a:ext cx="10497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올인원 운영 도구: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모집·일정 관리·출석 체크·공지·피드백 등 소모임 운영 전 과정을 한 곳에서 지원</a:t>
            </a:r>
            <a:endParaRPr lang="en-US" sz="1000" dirty="0"/>
          </a:p>
        </p:txBody>
      </p:sp>
      <p:sp>
        <p:nvSpPr>
          <p:cNvPr id="49" name="Shape 34"/>
          <p:cNvSpPr/>
          <p:nvPr/>
        </p:nvSpPr>
        <p:spPr>
          <a:xfrm>
            <a:off x="819302" y="5650992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7"/>
          <a:srcRect t="-694" b="-694"/>
          <a:stretch/>
        </p:blipFill>
        <p:spPr>
          <a:xfrm>
            <a:off x="866851" y="5693969"/>
            <a:ext cx="57607" cy="66751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1067105" y="5622646"/>
            <a:ext cx="10497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커뮤니케이션: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1:1 및 그룹 채팅, 알림 기능으로 원활한 소통 지원</a:t>
            </a:r>
            <a:endParaRPr lang="en-US" sz="1000" dirty="0"/>
          </a:p>
        </p:txBody>
      </p:sp>
      <p:sp>
        <p:nvSpPr>
          <p:cNvPr id="52" name="Shape 36"/>
          <p:cNvSpPr/>
          <p:nvPr/>
        </p:nvSpPr>
        <p:spPr>
          <a:xfrm>
            <a:off x="819302" y="5960059"/>
            <a:ext cx="152705" cy="1527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7"/>
          <a:srcRect t="-694" b="-694"/>
          <a:stretch/>
        </p:blipFill>
        <p:spPr>
          <a:xfrm>
            <a:off x="866851" y="6003036"/>
            <a:ext cx="57607" cy="66751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1067105" y="5931713"/>
            <a:ext cx="10497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개선: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사용자 행동 분석을 통한 매칭 정확도 지속 향상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188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190549"/>
            <a:ext cx="12191695" cy="2834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228600"/>
            <a:ext cx="113541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주제 설명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00100"/>
            <a:ext cx="11163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Overview - Core Features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61695" y="1600200"/>
            <a:ext cx="10668305" cy="685800"/>
          </a:xfrm>
          <a:prstGeom prst="roundRect">
            <a:avLst>
              <a:gd name="adj" fmla="val 3703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1600200"/>
            <a:ext cx="38405" cy="685800"/>
          </a:xfrm>
          <a:prstGeom prst="roundRect">
            <a:avLst>
              <a:gd name="adj" fmla="val 66137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028700" y="1790395"/>
            <a:ext cx="103638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"관심사·시간·지역 기반으로 사람과 소모임을 정확히 이어주는 매칭 플랫폼"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5451" y="2572207"/>
            <a:ext cx="1052474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461" r="-461"/>
          <a:stretch/>
        </p:blipFill>
        <p:spPr>
          <a:xfrm>
            <a:off x="761695" y="2609698"/>
            <a:ext cx="237744" cy="20939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1695" y="3047695"/>
            <a:ext cx="5238598" cy="1047902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09498" y="3295498"/>
            <a:ext cx="495605" cy="495605"/>
          </a:xfrm>
          <a:prstGeom prst="roundRect">
            <a:avLst>
              <a:gd name="adj" fmla="val 70962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3000" y="342900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57807" y="3295498"/>
            <a:ext cx="42867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/ 프로필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657807" y="3629254"/>
            <a:ext cx="42867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관심사 태그, 가능 요일/시간, 선호 지역, 성향 체크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91402" y="3047695"/>
            <a:ext cx="5238598" cy="1047902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439205" y="3295498"/>
            <a:ext cx="495605" cy="495605"/>
          </a:xfrm>
          <a:prstGeom prst="roundRect">
            <a:avLst>
              <a:gd name="adj" fmla="val 70962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6543446" y="3429000"/>
            <a:ext cx="286207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86600" y="3295498"/>
            <a:ext cx="42867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7086600" y="3629254"/>
            <a:ext cx="42867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 유사도 + 가용시간 교집합 + 거리 기반 추천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61695" y="4280306"/>
            <a:ext cx="5238598" cy="1047902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1009498" y="4528109"/>
            <a:ext cx="495605" cy="495605"/>
          </a:xfrm>
          <a:prstGeom prst="roundRect">
            <a:avLst>
              <a:gd name="adj" fmla="val 70962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14654" y="4661611"/>
            <a:ext cx="286207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57807" y="4528109"/>
            <a:ext cx="42867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소모임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657807" y="4861865"/>
            <a:ext cx="42867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생성/가입, 규칙 관리, 공지/일정/출석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191402" y="4280306"/>
            <a:ext cx="5238598" cy="1047902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6439205" y="4528109"/>
            <a:ext cx="495605" cy="495605"/>
          </a:xfrm>
          <a:prstGeom prst="roundRect">
            <a:avLst>
              <a:gd name="adj" fmla="val 70962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6543446" y="4661611"/>
            <a:ext cx="286207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86600" y="4528109"/>
            <a:ext cx="42867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7086600" y="4861865"/>
            <a:ext cx="42867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1:1/그룹 채팅, 알림, 참가 요청 승인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571854"/>
            <a:ext cx="12191695" cy="2834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 구성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57046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Structure &amp; Collaboration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1981505"/>
            <a:ext cx="5410505" cy="1705356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57707" y="2266798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004" r="-1004"/>
          <a:stretch/>
        </p:blipFill>
        <p:spPr>
          <a:xfrm>
            <a:off x="933602" y="2371954"/>
            <a:ext cx="267005" cy="20939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0005" y="2333549"/>
            <a:ext cx="101498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57707" y="2819095"/>
            <a:ext cx="4953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410005" y="3167482"/>
            <a:ext cx="441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React/Next.js 개발, UI 컴포넌트 구현, 상태관리, 반응형 디자인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0605" y="1981505"/>
            <a:ext cx="5410505" cy="1705356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495898" y="2266798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01054" y="2371954"/>
            <a:ext cx="209398" cy="20939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48195" y="2333549"/>
            <a:ext cx="6099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495898" y="2819095"/>
            <a:ext cx="4953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048195" y="3167482"/>
            <a:ext cx="441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NestJS 개발, REST API 설계, 데이터베이스 관리, 인증/권한 처리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71500" y="3908146"/>
            <a:ext cx="5410505" cy="1705356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857707" y="4193438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4298594"/>
            <a:ext cx="209398" cy="20939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10005" y="4260190"/>
            <a:ext cx="132130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디자인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57707" y="4746650"/>
            <a:ext cx="4953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1410005" y="5094122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 설계, 와이어프레임, 디자인 시스템, 프로토타입 제작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10605" y="3908146"/>
            <a:ext cx="5410505" cy="1705356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6495898" y="4193438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1528" r="-1528"/>
          <a:stretch/>
        </p:blipFill>
        <p:spPr>
          <a:xfrm>
            <a:off x="6624828" y="4298594"/>
            <a:ext cx="161849" cy="20939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048195" y="4260190"/>
            <a:ext cx="112562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&amp; PPT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495898" y="4746650"/>
            <a:ext cx="4953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7048195" y="5094122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프레젠테이션 자료 작성, 발표 준비, 문서화, 프로젝트 정리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71500" y="5892394"/>
            <a:ext cx="11048695" cy="790956"/>
          </a:xfrm>
          <a:prstGeom prst="roundRect">
            <a:avLst>
              <a:gd name="adj" fmla="val 33429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1067105" y="617311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도구</a:t>
            </a:r>
            <a:endParaRPr lang="en-US" sz="12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9302" y="6201461"/>
            <a:ext cx="171907" cy="171907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860804" y="6101791"/>
            <a:ext cx="933602" cy="371246"/>
          </a:xfrm>
          <a:prstGeom prst="roundRect">
            <a:avLst>
              <a:gd name="adj" fmla="val 757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8"/>
          <p:cNvSpPr txBox="1"/>
          <p:nvPr/>
        </p:nvSpPr>
        <p:spPr>
          <a:xfrm>
            <a:off x="2070202" y="6101791"/>
            <a:ext cx="781812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Figma</a:t>
            </a:r>
            <a:endParaRPr lang="en-US" sz="10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2022653" y="6223406"/>
            <a:ext cx="171907" cy="133502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2901391" y="6101791"/>
            <a:ext cx="952805" cy="371246"/>
          </a:xfrm>
          <a:prstGeom prst="roundRect">
            <a:avLst>
              <a:gd name="adj" fmla="val 757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0"/>
          <p:cNvSpPr txBox="1"/>
          <p:nvPr/>
        </p:nvSpPr>
        <p:spPr>
          <a:xfrm>
            <a:off x="3091586" y="6101791"/>
            <a:ext cx="781812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GitHub</a:t>
            </a:r>
            <a:endParaRPr lang="en-US" sz="10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l="-1613" r="-1613"/>
          <a:stretch/>
        </p:blipFill>
        <p:spPr>
          <a:xfrm>
            <a:off x="3063240" y="6223406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1955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991210"/>
            <a:ext cx="12191695" cy="2834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171907"/>
            <a:ext cx="11239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마일스톤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685800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Milestones - 1학기 프로젝트 진행 계획 (3월~6월)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1305" y="1766621"/>
            <a:ext cx="1333195" cy="9144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89711" y="2093062"/>
            <a:ext cx="400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1305" y="2752344"/>
            <a:ext cx="1333195" cy="91440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89711" y="3078785"/>
            <a:ext cx="400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1305" y="3738982"/>
            <a:ext cx="1333195" cy="91440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89711" y="4064508"/>
            <a:ext cx="400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1305" y="4724705"/>
            <a:ext cx="1333195" cy="91440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89711" y="5050231"/>
            <a:ext cx="400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1305" y="5710428"/>
            <a:ext cx="1333195" cy="914400"/>
          </a:xfrm>
          <a:prstGeom prst="roundRect">
            <a:avLst>
              <a:gd name="adj" fmla="val 16667"/>
            </a:avLst>
          </a:prstGeom>
          <a:solidFill>
            <a:srgbClr val="9333E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89711" y="6036869"/>
            <a:ext cx="400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57146" y="1205179"/>
            <a:ext cx="9953244" cy="5419649"/>
          </a:xfrm>
          <a:prstGeom prst="roundRect">
            <a:avLst>
              <a:gd name="adj" fmla="val 474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066544" y="1814170"/>
            <a:ext cx="9534449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2069287" y="1442923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6669" y="1367028"/>
            <a:ext cx="19202" cy="37124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457700" y="1442923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25082" y="1367028"/>
            <a:ext cx="19202" cy="37124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846113" y="1442923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13494" y="1367028"/>
            <a:ext cx="19202" cy="37124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234526" y="1442923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14093" y="1981505"/>
            <a:ext cx="905256" cy="400507"/>
          </a:xfrm>
          <a:prstGeom prst="roundRect">
            <a:avLst>
              <a:gd name="adj" fmla="val 86975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228393" y="2048256"/>
            <a:ext cx="752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기획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2228393" y="2202790"/>
            <a:ext cx="7525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팀 | 1주차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62326" y="2438705"/>
            <a:ext cx="1000354" cy="400507"/>
          </a:xfrm>
          <a:prstGeom prst="roundRect">
            <a:avLst>
              <a:gd name="adj" fmla="val 86975"/>
            </a:avLst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3176626" y="2505456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발표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176626" y="2659990"/>
            <a:ext cx="848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발표팀 | 3/11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36669" y="1943100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454957" y="1981505"/>
            <a:ext cx="1000354" cy="400507"/>
          </a:xfrm>
          <a:prstGeom prst="roundRect">
            <a:avLst>
              <a:gd name="adj" fmla="val 86975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4569257" y="2048256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설계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569257" y="2202790"/>
            <a:ext cx="854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UI/UX팀 | 화면설계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97373" y="1981505"/>
            <a:ext cx="952805" cy="400507"/>
          </a:xfrm>
          <a:prstGeom prst="roundRect">
            <a:avLst>
              <a:gd name="adj" fmla="val 86975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5611673" y="2048256"/>
            <a:ext cx="8001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와이어프레임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5611673" y="2202790"/>
            <a:ext cx="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UI/UX팀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25082" y="1943100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213494" y="1943100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436669" y="2861158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810658" y="2899562"/>
            <a:ext cx="1380744" cy="400507"/>
          </a:xfrm>
          <a:prstGeom prst="roundRect">
            <a:avLst>
              <a:gd name="adj" fmla="val 86975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4924958" y="2966314"/>
            <a:ext cx="124541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개발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4924958" y="3120847"/>
            <a:ext cx="12289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FE, BE | 기본 구조 구현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32550" y="3356762"/>
            <a:ext cx="599846" cy="647395"/>
          </a:xfrm>
          <a:prstGeom prst="roundRect">
            <a:avLst>
              <a:gd name="adj" fmla="val 38715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6346850" y="3423514"/>
            <a:ext cx="428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6346850" y="3714293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 알고리즘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25082" y="2861158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843370" y="3356762"/>
            <a:ext cx="1238098" cy="400507"/>
          </a:xfrm>
          <a:prstGeom prst="roundRect">
            <a:avLst>
              <a:gd name="adj" fmla="val 86975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6957670" y="3423514"/>
            <a:ext cx="109087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개발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6957670" y="3578047"/>
            <a:ext cx="10908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 관리, 소모임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213494" y="2861158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4436669" y="3779215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6066130" y="4046220"/>
            <a:ext cx="761695" cy="400507"/>
          </a:xfrm>
          <a:prstGeom prst="roundRect">
            <a:avLst>
              <a:gd name="adj" fmla="val 86975"/>
            </a:avLst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6180430" y="4112971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발표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6180430" y="4268419"/>
            <a:ext cx="6291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발표팀 | 4/29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25082" y="3779215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9213494" y="3779215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4436669" y="4697273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825082" y="4697273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890918" y="4735678"/>
            <a:ext cx="1143000" cy="400507"/>
          </a:xfrm>
          <a:prstGeom prst="roundRect">
            <a:avLst>
              <a:gd name="adj" fmla="val 86975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 txBox="1"/>
          <p:nvPr/>
        </p:nvSpPr>
        <p:spPr>
          <a:xfrm>
            <a:off x="7005218" y="4802429"/>
            <a:ext cx="991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애로사항 수정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7005218" y="4957877"/>
            <a:ext cx="991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팀 | 버그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075981" y="5192878"/>
            <a:ext cx="1143000" cy="400507"/>
          </a:xfrm>
          <a:prstGeom prst="roundRect">
            <a:avLst>
              <a:gd name="adj" fmla="val 86975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8190281" y="5259629"/>
            <a:ext cx="991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확장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8190281" y="5415077"/>
            <a:ext cx="991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추가기능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9213494" y="4697273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231782" y="4964278"/>
            <a:ext cx="809244" cy="400507"/>
          </a:xfrm>
          <a:prstGeom prst="roundRect">
            <a:avLst>
              <a:gd name="adj" fmla="val 86975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9346082" y="5031029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통합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9346082" y="5186477"/>
            <a:ext cx="6574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 | FE-BE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436669" y="5616245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6825082" y="5616245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9213494" y="5616245"/>
            <a:ext cx="19202" cy="8476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9279331" y="5882335"/>
            <a:ext cx="1143000" cy="400507"/>
          </a:xfrm>
          <a:prstGeom prst="roundRect">
            <a:avLst>
              <a:gd name="adj" fmla="val 86975"/>
            </a:avLst>
          </a:prstGeom>
          <a:solidFill>
            <a:srgbClr val="9333E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9393631" y="5949086"/>
            <a:ext cx="991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발표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9393631" y="6104534"/>
            <a:ext cx="991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발표팀 | 6/3</a:t>
            </a:r>
            <a:endParaRPr lang="en-US" sz="800" dirty="0"/>
          </a:p>
        </p:txBody>
      </p:sp>
      <p:pic>
        <p:nvPicPr>
          <p:cNvPr id="7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70986" y="2361895"/>
            <a:ext cx="209398" cy="209398"/>
          </a:xfrm>
          <a:prstGeom prst="rect">
            <a:avLst/>
          </a:prstGeom>
        </p:spPr>
      </p:pic>
      <p:pic>
        <p:nvPicPr>
          <p:cNvPr id="78" name="Image 1" descr="preencoded.png"/>
          <p:cNvPicPr>
            <a:picLocks noChangeAspect="1"/>
          </p:cNvPicPr>
          <p:nvPr/>
        </p:nvPicPr>
        <p:blipFill>
          <a:blip r:embed="rId4"/>
          <a:srcRect t="-870" b="-870"/>
          <a:stretch/>
        </p:blipFill>
        <p:spPr>
          <a:xfrm>
            <a:off x="3824021" y="2419502"/>
            <a:ext cx="105156" cy="95098"/>
          </a:xfrm>
          <a:prstGeom prst="rect">
            <a:avLst/>
          </a:prstGeom>
        </p:spPr>
      </p:pic>
      <p:pic>
        <p:nvPicPr>
          <p:cNvPr id="79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38874" y="3970325"/>
            <a:ext cx="209398" cy="209398"/>
          </a:xfrm>
          <a:prstGeom prst="rect">
            <a:avLst/>
          </a:prstGeom>
        </p:spPr>
      </p:pic>
      <p:pic>
        <p:nvPicPr>
          <p:cNvPr id="80" name="Image 3" descr="preencoded.png"/>
          <p:cNvPicPr>
            <a:picLocks noChangeAspect="1"/>
          </p:cNvPicPr>
          <p:nvPr/>
        </p:nvPicPr>
        <p:blipFill>
          <a:blip r:embed="rId4"/>
          <a:srcRect t="-870" b="-870"/>
          <a:stretch/>
        </p:blipFill>
        <p:spPr>
          <a:xfrm>
            <a:off x="6590995" y="4027018"/>
            <a:ext cx="105156" cy="95098"/>
          </a:xfrm>
          <a:prstGeom prst="rect">
            <a:avLst/>
          </a:prstGeom>
        </p:spPr>
      </p:pic>
      <p:pic>
        <p:nvPicPr>
          <p:cNvPr id="81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30638" y="5806440"/>
            <a:ext cx="209398" cy="209398"/>
          </a:xfrm>
          <a:prstGeom prst="rect">
            <a:avLst/>
          </a:prstGeom>
        </p:spPr>
      </p:pic>
      <p:pic>
        <p:nvPicPr>
          <p:cNvPr id="82" name="Image 5" descr="preencoded.png"/>
          <p:cNvPicPr>
            <a:picLocks noChangeAspect="1"/>
          </p:cNvPicPr>
          <p:nvPr/>
        </p:nvPicPr>
        <p:blipFill>
          <a:blip r:embed="rId4"/>
          <a:srcRect t="-870" b="-870"/>
          <a:stretch/>
        </p:blipFill>
        <p:spPr>
          <a:xfrm>
            <a:off x="10183673" y="5863133"/>
            <a:ext cx="105156" cy="950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000"/>
          </a:blip>
          <a:srcRect/>
          <a:stretch/>
        </p:blipFill>
        <p:spPr>
          <a:xfrm>
            <a:off x="0" y="0"/>
            <a:ext cx="2857500" cy="14292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24805" y="767182"/>
            <a:ext cx="1143000" cy="1143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16" b="-16"/>
          <a:stretch/>
        </p:blipFill>
        <p:spPr>
          <a:xfrm>
            <a:off x="5738774" y="1052474"/>
            <a:ext cx="714146" cy="5715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749394" y="2385670"/>
            <a:ext cx="270022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7" name="Text 2"/>
          <p:cNvSpPr txBox="1"/>
          <p:nvPr/>
        </p:nvSpPr>
        <p:spPr>
          <a:xfrm>
            <a:off x="5240426" y="3814877"/>
            <a:ext cx="1716329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질의응답</a:t>
            </a:r>
            <a:endParaRPr lang="en-US" sz="27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t="-408" b="-408"/>
          <a:stretch/>
        </p:blipFill>
        <p:spPr>
          <a:xfrm>
            <a:off x="5143500" y="4900270"/>
            <a:ext cx="1904695" cy="384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106924" y="5319979"/>
            <a:ext cx="198607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2100" dirty="0"/>
          </a:p>
        </p:txBody>
      </p:sp>
      <p:sp>
        <p:nvSpPr>
          <p:cNvPr id="10" name="Text 4"/>
          <p:cNvSpPr txBox="1"/>
          <p:nvPr/>
        </p:nvSpPr>
        <p:spPr>
          <a:xfrm>
            <a:off x="5018227" y="5833872"/>
            <a:ext cx="21634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경청해 주셔서 감사합니다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0" y="5781751"/>
            <a:ext cx="12191695" cy="107624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0" y="5781751"/>
            <a:ext cx="12191695" cy="2834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 txBox="1"/>
          <p:nvPr/>
        </p:nvSpPr>
        <p:spPr>
          <a:xfrm>
            <a:off x="476402" y="6077102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소모임 매칭 웹사이트 PBL 프로젝트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476402" y="6391656"/>
            <a:ext cx="11239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관심사 기반 소모임 매칭 및 운영 플랫폼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Microsoft Office PowerPoint</Application>
  <PresentationFormat>와이드스크린</PresentationFormat>
  <Paragraphs>107</Paragraphs>
  <Slides>6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klh0106848@naver.com</cp:lastModifiedBy>
  <cp:revision>2</cp:revision>
  <dcterms:created xsi:type="dcterms:W3CDTF">2026-03-07T02:05:20Z</dcterms:created>
  <dcterms:modified xsi:type="dcterms:W3CDTF">2026-03-07T02:19:22Z</dcterms:modified>
</cp:coreProperties>
</file>